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841DC5-90AB-4048-9FAE-CE50138CF170}" v="6" dt="2023-10-24T10:12:04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hanssen" userId="5591edcbc9ddd0b6" providerId="LiveId" clId="{CC841DC5-90AB-4048-9FAE-CE50138CF170}"/>
    <pc:docChg chg="custSel modSld">
      <pc:chgData name="nicole hanssen" userId="5591edcbc9ddd0b6" providerId="LiveId" clId="{CC841DC5-90AB-4048-9FAE-CE50138CF170}" dt="2023-10-24T10:13:01.135" v="72" actId="1076"/>
      <pc:docMkLst>
        <pc:docMk/>
      </pc:docMkLst>
      <pc:sldChg chg="addSp delSp modSp mod">
        <pc:chgData name="nicole hanssen" userId="5591edcbc9ddd0b6" providerId="LiveId" clId="{CC841DC5-90AB-4048-9FAE-CE50138CF170}" dt="2023-10-24T10:13:01.135" v="72" actId="1076"/>
        <pc:sldMkLst>
          <pc:docMk/>
          <pc:sldMk cId="3013191104" sldId="256"/>
        </pc:sldMkLst>
        <pc:spChg chg="add del mod">
          <ac:chgData name="nicole hanssen" userId="5591edcbc9ddd0b6" providerId="LiveId" clId="{CC841DC5-90AB-4048-9FAE-CE50138CF170}" dt="2023-10-24T10:06:20.487" v="10" actId="21"/>
          <ac:spMkLst>
            <pc:docMk/>
            <pc:sldMk cId="3013191104" sldId="256"/>
            <ac:spMk id="4" creationId="{43A9A5D7-C3FD-2D74-2909-87ECFB31F372}"/>
          </ac:spMkLst>
        </pc:spChg>
        <pc:spChg chg="add mod">
          <ac:chgData name="nicole hanssen" userId="5591edcbc9ddd0b6" providerId="LiveId" clId="{CC841DC5-90AB-4048-9FAE-CE50138CF170}" dt="2023-10-24T10:10:51.558" v="58" actId="14100"/>
          <ac:spMkLst>
            <pc:docMk/>
            <pc:sldMk cId="3013191104" sldId="256"/>
            <ac:spMk id="5" creationId="{63EAC90F-E302-EE44-C06E-C24BA7A13E44}"/>
          </ac:spMkLst>
        </pc:spChg>
        <pc:spChg chg="del">
          <ac:chgData name="nicole hanssen" userId="5591edcbc9ddd0b6" providerId="LiveId" clId="{CC841DC5-90AB-4048-9FAE-CE50138CF170}" dt="2023-10-24T10:12:41.225" v="69" actId="21"/>
          <ac:spMkLst>
            <pc:docMk/>
            <pc:sldMk cId="3013191104" sldId="256"/>
            <ac:spMk id="15" creationId="{675D5A23-171F-6E48-FF7A-07C7C804837F}"/>
          </ac:spMkLst>
        </pc:spChg>
        <pc:spChg chg="mod">
          <ac:chgData name="nicole hanssen" userId="5591edcbc9ddd0b6" providerId="LiveId" clId="{CC841DC5-90AB-4048-9FAE-CE50138CF170}" dt="2023-10-24T10:13:01.135" v="72" actId="1076"/>
          <ac:spMkLst>
            <pc:docMk/>
            <pc:sldMk cId="3013191104" sldId="256"/>
            <ac:spMk id="20" creationId="{44B8FFD5-A0BB-42C3-EE14-D168FCF85015}"/>
          </ac:spMkLst>
        </pc:spChg>
        <pc:spChg chg="add mod">
          <ac:chgData name="nicole hanssen" userId="5591edcbc9ddd0b6" providerId="LiveId" clId="{CC841DC5-90AB-4048-9FAE-CE50138CF170}" dt="2023-10-24T10:11:49.226" v="66" actId="20577"/>
          <ac:spMkLst>
            <pc:docMk/>
            <pc:sldMk cId="3013191104" sldId="256"/>
            <ac:spMk id="27" creationId="{8603C6ED-7798-3E94-5562-DD1EDD04C188}"/>
          </ac:spMkLst>
        </pc:spChg>
        <pc:cxnChg chg="add mod">
          <ac:chgData name="nicole hanssen" userId="5591edcbc9ddd0b6" providerId="LiveId" clId="{CC841DC5-90AB-4048-9FAE-CE50138CF170}" dt="2023-10-24T10:10:54.736" v="59" actId="1076"/>
          <ac:cxnSpMkLst>
            <pc:docMk/>
            <pc:sldMk cId="3013191104" sldId="256"/>
            <ac:cxnSpMk id="13" creationId="{9640C27B-358A-5F83-EA6D-42DFEB479717}"/>
          </ac:cxnSpMkLst>
        </pc:cxnChg>
        <pc:cxnChg chg="add mod">
          <ac:chgData name="nicole hanssen" userId="5591edcbc9ddd0b6" providerId="LiveId" clId="{CC841DC5-90AB-4048-9FAE-CE50138CF170}" dt="2023-10-24T10:08:42.974" v="34" actId="14100"/>
          <ac:cxnSpMkLst>
            <pc:docMk/>
            <pc:sldMk cId="3013191104" sldId="256"/>
            <ac:cxnSpMk id="14" creationId="{D4A04158-0E76-5390-EFBD-F440F72C7511}"/>
          </ac:cxnSpMkLst>
        </pc:cxnChg>
        <pc:cxnChg chg="add mod">
          <ac:chgData name="nicole hanssen" userId="5591edcbc9ddd0b6" providerId="LiveId" clId="{CC841DC5-90AB-4048-9FAE-CE50138CF170}" dt="2023-10-24T10:11:15.713" v="61" actId="1076"/>
          <ac:cxnSpMkLst>
            <pc:docMk/>
            <pc:sldMk cId="3013191104" sldId="256"/>
            <ac:cxnSpMk id="28" creationId="{23FFC172-0085-2C3C-6C55-438D5DF9C5D6}"/>
          </ac:cxnSpMkLst>
        </pc:cxnChg>
        <pc:cxnChg chg="add mod">
          <ac:chgData name="nicole hanssen" userId="5591edcbc9ddd0b6" providerId="LiveId" clId="{CC841DC5-90AB-4048-9FAE-CE50138CF170}" dt="2023-10-24T10:11:36.473" v="62" actId="1076"/>
          <ac:cxnSpMkLst>
            <pc:docMk/>
            <pc:sldMk cId="3013191104" sldId="256"/>
            <ac:cxnSpMk id="36" creationId="{0F8988DF-D222-D766-9B9F-1E98ACFD50D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A27446-581B-EE60-B3DB-B1F917D86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DCE939-83D0-DBBC-0F66-6CD3CDC2C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3B2E97-9822-E6AA-D2CD-08BAD002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BBB80-982F-31E0-71D7-FED57AE9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F2EC3C-97BE-6AAC-E7A5-D6E38BDA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225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011D0-5A3E-CF79-D18A-FD519E6A6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C1DB8-273A-4549-465A-D37D6B94F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905A29-CADE-51DF-191C-E36B4EF1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8D507-AC9C-B266-BD8E-E2AF0CFB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DF9009-515D-3CDB-B05D-46FD267F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03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AC4B5-235A-DB5C-5737-F42F21AB8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62F188-E666-579D-0EE3-12B0A5306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959E14-BEEA-1AFE-5913-81A50228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940EEE-15D6-D3A4-5177-59E769D5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4B3967-832A-D5E3-0CE5-EF09896D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7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5A6BAA-6B3A-D8CB-5080-1D316860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DD53D4-681F-8D37-27D4-4D7DAF0E2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83B3CF-014E-7E03-F45B-ACD6FF7D9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45353D-8FBF-6597-DB0D-650688D8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C7D29D-5F67-D522-BF67-9F5618EE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94C9DD-1070-F6CC-BF38-8241E10C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55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82BD0-1606-E34A-D09B-D22FE647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7A3AAA-8DCF-1243-D23F-782AC62BE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46914F-3C98-41CE-5604-3DC4BBB72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ADA154-7C5C-7EEA-84EB-F914A6A03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5808576-2B93-E11B-779A-A571E4B08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37F8D2-B529-4721-3441-938AE081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76331E-0E2F-3E4A-0C05-F65CEDE9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D178BE0-5CF0-8568-4979-F77752EE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41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A12B6E-5CE5-4BF8-9CD6-0C3D6953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63AEEAA-DF0C-4948-761D-52D62300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7BACE9-9FD2-DEDF-F736-6AB784BD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CD6EE-F0B1-8BC9-8D0D-F0063BF9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79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C8D3EE3-1A66-770A-0422-713FDB93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171ED94-A67D-31AC-8AEA-DB9D969D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84FDF4-54A7-6B6A-3FF3-7EE71E2C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854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0BECD3-636D-52CB-0442-A73466C7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F772F8-9903-E183-18AB-DC14A693F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816E97-A914-3CEE-CF4E-44816DF6A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CEF32C-A839-CFF8-DA60-8AF1A2C1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157B88-5F2E-71E2-8199-3626B775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18202F-56B8-ED10-8E7A-437E5017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9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4ECCC-4831-019A-2C4A-DB801027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0BE64C8-F53A-5D66-3E7B-BEF7612F4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C7BB35-9160-8F13-4851-33CAD587D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56A0FB-9323-CAEC-3191-DE9A4A80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17067A-1462-7125-33D5-A2E54726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E51A35-7520-D179-DAB9-784C58EB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744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C3D381-4267-6AAD-8ECB-9F5E524A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F97F70-93E4-B94E-4220-B481CD656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85DD03-8215-C29A-AF01-82F32C4D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79377D-AD7B-51AF-A479-D4C4B86E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18FD7C-CBF2-F476-0C46-D5F8F760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479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4CBB3F-C86A-DECD-9F46-421011EB6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296FF4-302C-9BFE-2493-1B8FAE091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2341E7-955C-94A5-2050-B73E0D8C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C0A425-3F31-EE0F-1657-48EF465C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66411C-2516-5192-D311-FC62CAF7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1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D4E5432-97F9-5AFE-67B1-A00B3785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7D1CC3-D0B8-1FBB-F18E-8429006A7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41B554-5343-8A7A-A7FA-652D7CC3F0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A2918-F160-460D-B2EC-7470957A14EA}" type="datetimeFigureOut">
              <a:rPr lang="fr-FR" smtClean="0"/>
              <a:t>24/10/2023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48B5FC-037A-F528-59D2-027C246CE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7B42E3-1B8F-2F5B-9334-E4D595C23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96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5815D0-A2EB-32D7-D955-6E2DF6BF1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1237"/>
            <a:ext cx="9144000" cy="860594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Project Cycle Management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27E736-39FC-261F-1B9E-74F5853FB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8598" y="1923724"/>
            <a:ext cx="9144000" cy="4499342"/>
          </a:xfrm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B384DA-420A-10A5-4C04-4FECBF7377EC}"/>
              </a:ext>
            </a:extLst>
          </p:cNvPr>
          <p:cNvSpPr/>
          <p:nvPr/>
        </p:nvSpPr>
        <p:spPr>
          <a:xfrm>
            <a:off x="5176251" y="1948889"/>
            <a:ext cx="1788695" cy="7860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Programming analysis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002B4F4-9DC8-8780-452C-D7FF53C3AD57}"/>
              </a:ext>
            </a:extLst>
          </p:cNvPr>
          <p:cNvSpPr/>
          <p:nvPr/>
        </p:nvSpPr>
        <p:spPr>
          <a:xfrm>
            <a:off x="7425489" y="2924202"/>
            <a:ext cx="1625600" cy="898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identification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6BD2572-E4BC-9B0D-9C89-0BEDF0666973}"/>
              </a:ext>
            </a:extLst>
          </p:cNvPr>
          <p:cNvSpPr/>
          <p:nvPr/>
        </p:nvSpPr>
        <p:spPr>
          <a:xfrm>
            <a:off x="7704555" y="4371946"/>
            <a:ext cx="1625600" cy="898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Formulation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64CF1CF-E2C8-3753-EC81-D8DCA2221E28}"/>
              </a:ext>
            </a:extLst>
          </p:cNvPr>
          <p:cNvSpPr/>
          <p:nvPr/>
        </p:nvSpPr>
        <p:spPr>
          <a:xfrm>
            <a:off x="5347369" y="4675394"/>
            <a:ext cx="1625600" cy="898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Financing decision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5ED0CBD-26AD-3CCE-E56C-6ECC3DCA5432}"/>
              </a:ext>
            </a:extLst>
          </p:cNvPr>
          <p:cNvSpPr/>
          <p:nvPr/>
        </p:nvSpPr>
        <p:spPr>
          <a:xfrm>
            <a:off x="3071062" y="4066205"/>
            <a:ext cx="1844843" cy="7519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Implementation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D8D3C1F-5A70-A204-6CB5-21A17F211BF1}"/>
              </a:ext>
            </a:extLst>
          </p:cNvPr>
          <p:cNvSpPr/>
          <p:nvPr/>
        </p:nvSpPr>
        <p:spPr>
          <a:xfrm>
            <a:off x="2815387" y="2758711"/>
            <a:ext cx="2121574" cy="7020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-Evaluation &amp; audit </a:t>
            </a:r>
          </a:p>
          <a:p>
            <a:r>
              <a:rPr lang="fr-FR" dirty="0"/>
              <a:t>-Capitalization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9829DA-0C32-7605-3D94-3755587B56E6}"/>
              </a:ext>
            </a:extLst>
          </p:cNvPr>
          <p:cNvSpPr/>
          <p:nvPr/>
        </p:nvSpPr>
        <p:spPr>
          <a:xfrm>
            <a:off x="9761619" y="4233493"/>
            <a:ext cx="2326105" cy="15861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-Logical framework</a:t>
            </a:r>
          </a:p>
          <a:p>
            <a:r>
              <a:rPr lang="fr-FR" dirty="0"/>
              <a:t>-Budget  </a:t>
            </a:r>
          </a:p>
          <a:p>
            <a:r>
              <a:rPr lang="fr-FR" dirty="0"/>
              <a:t>-Time Schedule</a:t>
            </a:r>
          </a:p>
          <a:p>
            <a:r>
              <a:rPr lang="fr-FR" dirty="0"/>
              <a:t>-Financing plan</a:t>
            </a:r>
          </a:p>
          <a:p>
            <a:r>
              <a:rPr lang="fr-FR" dirty="0"/>
              <a:t>-conceptnote</a:t>
            </a:r>
          </a:p>
          <a:p>
            <a:r>
              <a:rPr lang="fr-FR" dirty="0"/>
              <a:t>-Full proposal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9F59E6-760E-3479-5EF2-200044A40E5A}"/>
              </a:ext>
            </a:extLst>
          </p:cNvPr>
          <p:cNvSpPr/>
          <p:nvPr/>
        </p:nvSpPr>
        <p:spPr>
          <a:xfrm>
            <a:off x="5099384" y="6048861"/>
            <a:ext cx="2326105" cy="51956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Contracting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C70282-BB67-97D5-CE1F-46A696B24615}"/>
              </a:ext>
            </a:extLst>
          </p:cNvPr>
          <p:cNvSpPr/>
          <p:nvPr/>
        </p:nvSpPr>
        <p:spPr>
          <a:xfrm>
            <a:off x="60740" y="3898233"/>
            <a:ext cx="2790318" cy="2691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  <a:p>
            <a:r>
              <a:rPr lang="fr-FR" dirty="0"/>
              <a:t> -Partnership agreement</a:t>
            </a:r>
          </a:p>
          <a:p>
            <a:r>
              <a:rPr lang="fr-FR" dirty="0"/>
              <a:t>- Logical framework review</a:t>
            </a:r>
          </a:p>
          <a:p>
            <a:r>
              <a:rPr lang="fr-FR" dirty="0"/>
              <a:t>- HR </a:t>
            </a:r>
            <a:r>
              <a:rPr lang="en-US" dirty="0"/>
              <a:t>recruitment</a:t>
            </a:r>
          </a:p>
          <a:p>
            <a:r>
              <a:rPr lang="fr-FR" dirty="0"/>
              <a:t>- Retroshedule  design</a:t>
            </a:r>
          </a:p>
          <a:p>
            <a:r>
              <a:rPr lang="fr-FR" dirty="0"/>
              <a:t>-  Technical &amp; financial monitoring and accountability</a:t>
            </a:r>
          </a:p>
          <a:p>
            <a:r>
              <a:rPr lang="fr-FR" dirty="0"/>
              <a:t>- Communication tools</a:t>
            </a:r>
          </a:p>
          <a:p>
            <a:endParaRPr lang="fr-FR" dirty="0"/>
          </a:p>
          <a:p>
            <a:endParaRPr lang="fr-FR" dirty="0"/>
          </a:p>
          <a:p>
            <a:pPr algn="ctr"/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9F93FC-AAD9-B9F7-0862-4CFEEFAD0FC6}"/>
              </a:ext>
            </a:extLst>
          </p:cNvPr>
          <p:cNvSpPr/>
          <p:nvPr/>
        </p:nvSpPr>
        <p:spPr>
          <a:xfrm>
            <a:off x="7589253" y="1925637"/>
            <a:ext cx="3391568" cy="6316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guidelines of the call of proposal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B8FFD5-A0BB-42C3-EE14-D168FCF85015}"/>
              </a:ext>
            </a:extLst>
          </p:cNvPr>
          <p:cNvSpPr/>
          <p:nvPr/>
        </p:nvSpPr>
        <p:spPr>
          <a:xfrm>
            <a:off x="9729196" y="2923519"/>
            <a:ext cx="2277980" cy="97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-Stakeholders Analysis</a:t>
            </a:r>
          </a:p>
          <a:p>
            <a:r>
              <a:rPr lang="fr-FR" dirty="0"/>
              <a:t>-Problem tree design</a:t>
            </a:r>
          </a:p>
          <a:p>
            <a:r>
              <a:rPr lang="fr-FR" dirty="0"/>
              <a:t>- Strategy decision</a:t>
            </a:r>
          </a:p>
          <a:p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BD3EC7-8F3C-12F2-ED77-F93B2BCB26ED}"/>
              </a:ext>
            </a:extLst>
          </p:cNvPr>
          <p:cNvSpPr/>
          <p:nvPr/>
        </p:nvSpPr>
        <p:spPr>
          <a:xfrm>
            <a:off x="125069" y="1914672"/>
            <a:ext cx="2326105" cy="10095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-Terms of reference</a:t>
            </a:r>
          </a:p>
          <a:p>
            <a:r>
              <a:rPr lang="fr-FR" dirty="0"/>
              <a:t>- HR recruitment</a:t>
            </a:r>
          </a:p>
          <a:p>
            <a:r>
              <a:rPr lang="fr-FR" dirty="0"/>
              <a:t>-  final reports</a:t>
            </a:r>
          </a:p>
          <a:p>
            <a:endParaRPr lang="fr-FR" dirty="0"/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EEAB535-3718-9BB0-2E08-2ED708B22623}"/>
              </a:ext>
            </a:extLst>
          </p:cNvPr>
          <p:cNvCxnSpPr>
            <a:cxnSpLocks/>
          </p:cNvCxnSpPr>
          <p:nvPr/>
        </p:nvCxnSpPr>
        <p:spPr>
          <a:xfrm>
            <a:off x="7009395" y="2364825"/>
            <a:ext cx="586125" cy="5228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62C6D27-C8FD-6E39-5D6F-93453FA20EF6}"/>
              </a:ext>
            </a:extLst>
          </p:cNvPr>
          <p:cNvCxnSpPr>
            <a:cxnSpLocks/>
          </p:cNvCxnSpPr>
          <p:nvPr/>
        </p:nvCxnSpPr>
        <p:spPr>
          <a:xfrm>
            <a:off x="7871994" y="3898232"/>
            <a:ext cx="0" cy="3779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E4F2E0CF-F081-709F-6907-85BFDDC198E1}"/>
              </a:ext>
            </a:extLst>
          </p:cNvPr>
          <p:cNvCxnSpPr>
            <a:cxnSpLocks/>
          </p:cNvCxnSpPr>
          <p:nvPr/>
        </p:nvCxnSpPr>
        <p:spPr>
          <a:xfrm flipH="1">
            <a:off x="7057522" y="4556536"/>
            <a:ext cx="445170" cy="47936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4085E57-4BB7-9160-85B2-0B0E482FECDE}"/>
              </a:ext>
            </a:extLst>
          </p:cNvPr>
          <p:cNvCxnSpPr>
            <a:cxnSpLocks/>
          </p:cNvCxnSpPr>
          <p:nvPr/>
        </p:nvCxnSpPr>
        <p:spPr>
          <a:xfrm flipH="1" flipV="1">
            <a:off x="4765009" y="4835179"/>
            <a:ext cx="540083" cy="40144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06F958FD-31DF-3E84-6178-58C6ECEC1947}"/>
              </a:ext>
            </a:extLst>
          </p:cNvPr>
          <p:cNvCxnSpPr>
            <a:cxnSpLocks/>
          </p:cNvCxnSpPr>
          <p:nvPr/>
        </p:nvCxnSpPr>
        <p:spPr>
          <a:xfrm flipV="1">
            <a:off x="4178300" y="3527445"/>
            <a:ext cx="0" cy="5175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EA076BD-E8D1-80B3-D8DE-F724B0848892}"/>
              </a:ext>
            </a:extLst>
          </p:cNvPr>
          <p:cNvCxnSpPr>
            <a:cxnSpLocks/>
          </p:cNvCxnSpPr>
          <p:nvPr/>
        </p:nvCxnSpPr>
        <p:spPr>
          <a:xfrm flipV="1">
            <a:off x="4294683" y="2353862"/>
            <a:ext cx="819321" cy="35283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C610862D-B8F2-5AF2-2D63-EC8C781A2268}"/>
              </a:ext>
            </a:extLst>
          </p:cNvPr>
          <p:cNvCxnSpPr/>
          <p:nvPr/>
        </p:nvCxnSpPr>
        <p:spPr>
          <a:xfrm>
            <a:off x="7027193" y="2157663"/>
            <a:ext cx="475499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13833C21-FB28-4E74-887A-90665C2220E5}"/>
              </a:ext>
            </a:extLst>
          </p:cNvPr>
          <p:cNvCxnSpPr/>
          <p:nvPr/>
        </p:nvCxnSpPr>
        <p:spPr>
          <a:xfrm>
            <a:off x="9092405" y="3337050"/>
            <a:ext cx="475499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7DBA3B89-958E-7C88-75E4-5963AD46D80D}"/>
              </a:ext>
            </a:extLst>
          </p:cNvPr>
          <p:cNvCxnSpPr>
            <a:cxnSpLocks/>
          </p:cNvCxnSpPr>
          <p:nvPr/>
        </p:nvCxnSpPr>
        <p:spPr>
          <a:xfrm flipV="1">
            <a:off x="9341182" y="4667665"/>
            <a:ext cx="433137" cy="772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DD15C1A2-5278-804E-7D0D-2FFF28BCC417}"/>
              </a:ext>
            </a:extLst>
          </p:cNvPr>
          <p:cNvCxnSpPr>
            <a:cxnSpLocks/>
          </p:cNvCxnSpPr>
          <p:nvPr/>
        </p:nvCxnSpPr>
        <p:spPr>
          <a:xfrm>
            <a:off x="6238374" y="5691333"/>
            <a:ext cx="0" cy="25667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01AA6DCD-AB1D-CA02-E706-63A8AC7A617B}"/>
              </a:ext>
            </a:extLst>
          </p:cNvPr>
          <p:cNvCxnSpPr>
            <a:cxnSpLocks/>
          </p:cNvCxnSpPr>
          <p:nvPr/>
        </p:nvCxnSpPr>
        <p:spPr>
          <a:xfrm flipH="1">
            <a:off x="2853176" y="4827230"/>
            <a:ext cx="749065" cy="28939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79228E19-2760-0DEA-3384-886CA83F6763}"/>
              </a:ext>
            </a:extLst>
          </p:cNvPr>
          <p:cNvCxnSpPr>
            <a:cxnSpLocks/>
          </p:cNvCxnSpPr>
          <p:nvPr/>
        </p:nvCxnSpPr>
        <p:spPr>
          <a:xfrm flipH="1" flipV="1">
            <a:off x="1434113" y="3013491"/>
            <a:ext cx="1284740" cy="19250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3EAC90F-E302-EE44-C06E-C24BA7A13E44}"/>
              </a:ext>
            </a:extLst>
          </p:cNvPr>
          <p:cNvSpPr/>
          <p:nvPr/>
        </p:nvSpPr>
        <p:spPr>
          <a:xfrm>
            <a:off x="6359990" y="3411314"/>
            <a:ext cx="1003460" cy="71173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12 months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640C27B-358A-5F83-EA6D-42DFEB479717}"/>
              </a:ext>
            </a:extLst>
          </p:cNvPr>
          <p:cNvCxnSpPr>
            <a:cxnSpLocks/>
          </p:cNvCxnSpPr>
          <p:nvPr/>
        </p:nvCxnSpPr>
        <p:spPr>
          <a:xfrm>
            <a:off x="6681741" y="2801450"/>
            <a:ext cx="148565" cy="447285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4A04158-0E76-5390-EFBD-F440F72C7511}"/>
              </a:ext>
            </a:extLst>
          </p:cNvPr>
          <p:cNvCxnSpPr>
            <a:cxnSpLocks/>
          </p:cNvCxnSpPr>
          <p:nvPr/>
        </p:nvCxnSpPr>
        <p:spPr>
          <a:xfrm flipH="1">
            <a:off x="6626058" y="4218956"/>
            <a:ext cx="280977" cy="415986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603C6ED-7798-3E94-5562-DD1EDD04C188}"/>
              </a:ext>
            </a:extLst>
          </p:cNvPr>
          <p:cNvSpPr/>
          <p:nvPr/>
        </p:nvSpPr>
        <p:spPr>
          <a:xfrm>
            <a:off x="5099383" y="3374100"/>
            <a:ext cx="802535" cy="7519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3 years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23FFC172-0085-2C3C-6C55-438D5DF9C5D6}"/>
              </a:ext>
            </a:extLst>
          </p:cNvPr>
          <p:cNvCxnSpPr>
            <a:cxnSpLocks/>
          </p:cNvCxnSpPr>
          <p:nvPr/>
        </p:nvCxnSpPr>
        <p:spPr>
          <a:xfrm flipH="1" flipV="1">
            <a:off x="5024803" y="2951298"/>
            <a:ext cx="125652" cy="323043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0F8988DF-D222-D766-9B9F-1E98ACFD50D9}"/>
              </a:ext>
            </a:extLst>
          </p:cNvPr>
          <p:cNvCxnSpPr>
            <a:cxnSpLocks/>
          </p:cNvCxnSpPr>
          <p:nvPr/>
        </p:nvCxnSpPr>
        <p:spPr>
          <a:xfrm flipH="1" flipV="1">
            <a:off x="5263824" y="4256189"/>
            <a:ext cx="125652" cy="323043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1911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94</Words>
  <Application>Microsoft Office PowerPoint</Application>
  <PresentationFormat>Grand écran</PresentationFormat>
  <Paragraphs>33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Project Cycle Management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Cycle Management </dc:title>
  <dc:creator>nicole hanssen</dc:creator>
  <cp:lastModifiedBy>nicole hanssen</cp:lastModifiedBy>
  <cp:revision>3</cp:revision>
  <dcterms:created xsi:type="dcterms:W3CDTF">2023-10-22T15:55:23Z</dcterms:created>
  <dcterms:modified xsi:type="dcterms:W3CDTF">2023-10-24T10:13:02Z</dcterms:modified>
</cp:coreProperties>
</file>